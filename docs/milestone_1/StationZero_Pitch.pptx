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0660FF-D03D-13A2-133A-28A0C02773F0}" v="7" dt="2026-09-16T15:45:43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D70660FF-D03D-13A2-133A-28A0C02773F0}"/>
    <pc:docChg chg="delSld modSld">
      <pc:chgData name="" userId="" providerId="" clId="Web-{D70660FF-D03D-13A2-133A-28A0C02773F0}" dt="2026-09-16T15:45:43.159" v="6" actId="20577"/>
      <pc:docMkLst>
        <pc:docMk/>
      </pc:docMkLst>
      <pc:sldChg chg="modSp">
        <pc:chgData name="" userId="" providerId="" clId="Web-{D70660FF-D03D-13A2-133A-28A0C02773F0}" dt="2026-09-16T15:45:43.159" v="6" actId="20577"/>
        <pc:sldMkLst>
          <pc:docMk/>
          <pc:sldMk cId="0" sldId="256"/>
        </pc:sldMkLst>
        <pc:spChg chg="mod">
          <ac:chgData name="" userId="" providerId="" clId="Web-{D70660FF-D03D-13A2-133A-28A0C02773F0}" dt="2026-09-16T15:45:43.159" v="6" actId="20577"/>
          <ac:spMkLst>
            <pc:docMk/>
            <pc:sldMk cId="0" sldId="256"/>
            <ac:spMk id="2" creationId="{00000000-0000-0000-0000-000000000000}"/>
          </ac:spMkLst>
        </pc:spChg>
      </pc:sldChg>
      <pc:sldChg chg="del">
        <pc:chgData name="" userId="" providerId="" clId="Web-{D70660FF-D03D-13A2-133A-28A0C02773F0}" dt="2026-09-16T15:45:28.565" v="1"/>
        <pc:sldMkLst>
          <pc:docMk/>
          <pc:sldMk cId="0" sldId="259"/>
        </pc:sldMkLst>
      </pc:sldChg>
      <pc:sldChg chg="delSp">
        <pc:chgData name="" userId="" providerId="" clId="Web-{D70660FF-D03D-13A2-133A-28A0C02773F0}" dt="2026-09-16T15:45:06.377" v="0"/>
        <pc:sldMkLst>
          <pc:docMk/>
          <pc:sldMk cId="0" sldId="261"/>
        </pc:sldMkLst>
        <pc:spChg chg="del">
          <ac:chgData name="" userId="" providerId="" clId="Web-{D70660FF-D03D-13A2-133A-28A0C02773F0}" dt="2026-09-16T15:45:06.377" v="0"/>
          <ac:spMkLst>
            <pc:docMk/>
            <pc:sldMk cId="0" sldId="261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897CCA-3666-48DC-825C-D0258A7771AF}" type="datetimeFigureOut">
              <a:t>9/16/2026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73446-A0C5-4B9E-948F-E96F5D00665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0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9C9C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7395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Станция Ноль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087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600" b="1">
                <a:solidFill>
                  <a:srgbClr val="202124"/>
                </a:solidFill>
                <a:latin typeface="Arial"/>
                <a:cs typeface="Arial"/>
              </a:rPr>
              <a:t>Station Z</a:t>
            </a:r>
            <a:endParaRPr lang="en-US" sz="3600" b="1">
              <a:solidFill>
                <a:srgbClr val="202124"/>
              </a:solidFill>
              <a:cs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97280" y="2395728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Текстовая ролевая игра на C++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926080" y="3246120"/>
            <a:ext cx="630936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90672" y="3383280"/>
            <a:ext cx="5980176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9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Исследовать станцию → найти нужные предметы → победить врагов → выбраться на поверхность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2011680" y="50292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• консоль • Visual Studio • C++20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игры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04088" y="102412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Небольшой законченный проект без лишних систем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46120" cy="329184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1783080"/>
            <a:ext cx="2916936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Игрок просыпается на заброшенной подземной станции.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434840" y="1645920"/>
            <a:ext cx="3246120" cy="329184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9432" y="1783080"/>
            <a:ext cx="2916936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Нужно восстановить питание и отключить блокировку.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046720" y="1645920"/>
            <a:ext cx="3246120" cy="3291840"/>
          </a:xfrm>
          <a:prstGeom prst="roundRect">
            <a:avLst>
              <a:gd name="adj" fmla="val 1127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11312" y="1783080"/>
            <a:ext cx="2916936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финале — победить сторожевой модуль и quit наружу.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Прохождение рассчитано примерно на 15–25 минут.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Основной игровой цикл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2423160"/>
            <a:ext cx="17373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" y="2560320"/>
            <a:ext cx="1408176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Осмотреться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404872" y="26700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17373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90672" y="2560320"/>
            <a:ext cx="1408176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Перейти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90872" y="26700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212080" y="2423160"/>
            <a:ext cx="17373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76672" y="2560320"/>
            <a:ext cx="1408176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Сразиться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76872" y="26700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498080" y="2423160"/>
            <a:ext cx="17373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62672" y="2560320"/>
            <a:ext cx="1408176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Взять предмет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62872" y="267004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784080" y="2423160"/>
            <a:ext cx="173736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8672" y="2560320"/>
            <a:ext cx="1408176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путь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29768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Цикл повторяется, пока игрок не доберётся до поверхности.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и бой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04088" y="102412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Короткие команды без пробелов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420624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help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take_medkit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use_medkit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021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9224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Бой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80760" y="2103120"/>
            <a:ext cx="47548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45352" y="2240280"/>
            <a:ext cx="442569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Игрок наносит урон оружием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80760" y="3246120"/>
            <a:ext cx="47548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3383280"/>
            <a:ext cx="442569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Если враг жив — отвечает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080760" y="4389120"/>
            <a:ext cx="475488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4526280"/>
            <a:ext cx="4425696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Повторять до победы или поражения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Техническая часть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2461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1737360"/>
            <a:ext cx="2916936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C++20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Studio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34840" y="1600200"/>
            <a:ext cx="32461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99432" y="1737360"/>
            <a:ext cx="2916936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игры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 внешних CSV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046720" y="1600200"/>
            <a:ext cx="324612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11312" y="1737360"/>
            <a:ext cx="2916936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Консольный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005840" y="42519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Игра имеет начало, условия поражения и полноценное условие победы.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50749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требования учебного проекта закрываются без усложнения механик.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55664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77777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Учебный проект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Станция Ноль</dc:title>
  <dc:subject>Станция Ноль — питч</dc:subject>
  <dc:creator>Student project</dc:creator>
  <cp:lastModifiedBy>Student project</cp:lastModifiedBy>
  <cp:revision>6</cp:revision>
  <dcterms:created xsi:type="dcterms:W3CDTF">2026-09-16T11:22:31Z</dcterms:created>
  <dcterms:modified xsi:type="dcterms:W3CDTF">2026-09-16T15:45:43Z</dcterms:modified>
</cp:coreProperties>
</file>