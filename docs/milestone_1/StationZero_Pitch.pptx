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73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Станция Ноль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08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СТАНЦИЯ НОЛЬ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097280" y="23957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Текстовая ролевая игра на C++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0" y="3246120"/>
            <a:ext cx="630936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90672" y="3383280"/>
            <a:ext cx="598017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Исследовать станцию → найти нужные предметы → победить врагов → выбраться на поверхность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011680" y="5029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• консоль • Visual Studio • C++20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игры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0241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Небольшой законченный проект без лишних систем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83080"/>
            <a:ext cx="291693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 просыпается на заброшенной подземной станции.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434840" y="164592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9432" y="1783080"/>
            <a:ext cx="291693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восстановить питание и отключить блокировку.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046720" y="164592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11312" y="1783080"/>
            <a:ext cx="2916936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финале — победить сторожевой модуль и quit наружу.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Прохождение рассчитано примерно на 15–25 минут.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игровой цикл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242316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2560320"/>
            <a:ext cx="14081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Осмотреться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04872" y="26700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26080" y="242316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0672" y="2560320"/>
            <a:ext cx="14081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Перейти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0872" y="26700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212080" y="242316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6672" y="2560320"/>
            <a:ext cx="14081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Сразиться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76872" y="26700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672" y="2560320"/>
            <a:ext cx="14081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Взять предмет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2872" y="267004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784080" y="2423160"/>
            <a:ext cx="17373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8672" y="2560320"/>
            <a:ext cx="14081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путь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повторяется, пока игрок не доберётся до поверхности.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и прогрессия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0241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комнат и несколько закрытых проходов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2316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228600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242316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228600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87952" y="242316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Коридор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60020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310896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324612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Реактор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242316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Охрана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0" y="228600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5712" y="242316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Командный центр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332720" y="2286000"/>
            <a:ext cx="132588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97312" y="2423160"/>
            <a:ext cx="9966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57400" y="2651760"/>
            <a:ext cx="320040" cy="0"/>
          </a:xfrm>
          <a:prstGeom prst="line">
            <a:avLst/>
          </a:prstGeom>
          <a:noFill/>
          <a:ln w="16510">
            <a:solidFill>
              <a:srgbClr val="9AA0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2651760"/>
            <a:ext cx="320040" cy="0"/>
          </a:xfrm>
          <a:prstGeom prst="line">
            <a:avLst/>
          </a:prstGeom>
          <a:noFill/>
          <a:ln w="16510">
            <a:solidFill>
              <a:srgbClr val="9AA0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651760"/>
            <a:ext cx="320040" cy="-822960"/>
          </a:xfrm>
          <a:prstGeom prst="line">
            <a:avLst/>
          </a:prstGeom>
          <a:noFill/>
          <a:ln w="16510">
            <a:solidFill>
              <a:srgbClr val="9AA0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3474720"/>
            <a:ext cx="320040" cy="-822960"/>
          </a:xfrm>
          <a:prstGeom prst="line">
            <a:avLst/>
          </a:prstGeom>
          <a:noFill/>
          <a:ln w="16510">
            <a:solidFill>
              <a:srgbClr val="9AA0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2651760"/>
            <a:ext cx="320040" cy="0"/>
          </a:xfrm>
          <a:prstGeom prst="line">
            <a:avLst/>
          </a:prstGeom>
          <a:noFill/>
          <a:ln w="16510">
            <a:solidFill>
              <a:srgbClr val="9AA0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87000" y="2651760"/>
            <a:ext cx="274320" cy="0"/>
          </a:xfrm>
          <a:prstGeom prst="line">
            <a:avLst/>
          </a:prstGeom>
          <a:noFill/>
          <a:ln w="16510">
            <a:solidFill>
              <a:srgbClr val="9AA0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8006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шаги: предохранитель → реактор → карта → токен → ключ лифта → финальный бой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бой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04088" y="10241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Короткие команды без пробелов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420624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take_medkit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use_medkit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9224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80760" y="2103120"/>
            <a:ext cx="4754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2240280"/>
            <a:ext cx="44256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Игрок наносит урон оружием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80760" y="3246120"/>
            <a:ext cx="4754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3383280"/>
            <a:ext cx="44256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Если враг жив — отвечает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4389120"/>
            <a:ext cx="4754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4526280"/>
            <a:ext cx="44256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Повторять до победы или поражения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часть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2461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737360"/>
            <a:ext cx="291693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C++20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34840" y="1600200"/>
            <a:ext cx="32461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99432" y="1737360"/>
            <a:ext cx="291693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игры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внешних CSV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46720" y="1600200"/>
            <a:ext cx="324612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11312" y="1737360"/>
            <a:ext cx="2916936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Консольный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классы: Game, CommandParser, AssetManager и CsvReader.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Игра имеет начало, условия поражения и полноценное условие победы.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5074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требования учебного проекта закрываются без усложнения механик.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55664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Учебный проект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Станция Ноль</dc:title>
  <dc:subject>Станция Ноль — питч</dc:subject>
  <dc:creator>Student project</dc:creator>
  <cp:lastModifiedBy>Student project</cp:lastModifiedBy>
  <cp:revision>1</cp:revision>
  <dcterms:created xsi:type="dcterms:W3CDTF">2026-09-16T11:22:31Z</dcterms:created>
  <dcterms:modified xsi:type="dcterms:W3CDTF">2026-09-16T11:22:31Z</dcterms:modified>
</cp:coreProperties>
</file>